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114800" cy="4114800"/>
          </a:xfrm>
          <a:prstGeom prst="ellipse">
            <a:avLst/>
          </a:prstGeom>
          <a:solidFill>
            <a:srgbClr val="FDF1F5"/>
          </a:solidFill>
          <a:ln/>
        </p:spPr>
      </p:sp>
      <p:pic>
        <p:nvPicPr>
          <p:cNvPr id="3" name="Image 0" descr="/home/claud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68580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IILM UNIVERSITY, GREATER NOIDA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48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7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8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 and
</a:t>
            </a:r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8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Internship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548640" y="4343400"/>
            <a:ext cx="10881360" cy="1691640"/>
          </a:xfrm>
          <a:prstGeom prst="roundRect">
            <a:avLst>
              <a:gd name="adj" fmla="val 5405"/>
            </a:avLst>
          </a:prstGeom>
          <a:solidFill>
            <a:srgbClr val="F7DDE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8680" y="4617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8737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Sonal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434840" y="4617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434840" y="48737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3rd Semester (2CSE13)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4617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001000" y="48737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5394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56509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25SCS1003003066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434840" y="5394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434840" y="56509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2029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001000" y="5394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&amp; DURATION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8001000" y="56509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Intern | 6 Jul – 6 Aug 2026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| Internship Presentation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DF1F5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508760"/>
            <a:ext cx="502920" cy="502920"/>
          </a:xfrm>
          <a:prstGeom prst="ellipse">
            <a:avLst/>
          </a:prstGeom>
          <a:solidFill>
            <a:srgbClr val="C75B8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488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774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8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8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Pvt. Ltd.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DF1F5"/>
          </a:solidFill>
          <a:ln/>
        </p:spPr>
      </p:sp>
      <p:sp>
        <p:nvSpPr>
          <p:cNvPr id="9" name="Shape 7"/>
          <p:cNvSpPr/>
          <p:nvPr/>
        </p:nvSpPr>
        <p:spPr>
          <a:xfrm>
            <a:off x="3520440" y="1508760"/>
            <a:ext cx="502920" cy="502920"/>
          </a:xfrm>
          <a:prstGeom prst="ellipse">
            <a:avLst/>
          </a:prstGeom>
          <a:solidFill>
            <a:srgbClr val="C75B8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1488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3774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8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8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28016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DF1F5"/>
          </a:solidFill>
          <a:ln/>
        </p:spPr>
      </p:sp>
      <p:sp>
        <p:nvSpPr>
          <p:cNvPr id="14" name="Shape 12"/>
          <p:cNvSpPr/>
          <p:nvPr/>
        </p:nvSpPr>
        <p:spPr>
          <a:xfrm>
            <a:off x="6355080" y="1508760"/>
            <a:ext cx="502920" cy="502920"/>
          </a:xfrm>
          <a:prstGeom prst="ellipse">
            <a:avLst/>
          </a:prstGeom>
          <a:solidFill>
            <a:srgbClr val="C75B8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5508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1488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3774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8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Jul 2026 –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8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Aug 2026 (1 Month)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61120" y="128016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DF1F5"/>
          </a:solidFill>
          <a:ln/>
        </p:spPr>
      </p:sp>
      <p:sp>
        <p:nvSpPr>
          <p:cNvPr id="19" name="Shape 17"/>
          <p:cNvSpPr/>
          <p:nvPr/>
        </p:nvSpPr>
        <p:spPr>
          <a:xfrm>
            <a:off x="9189720" y="1508760"/>
            <a:ext cx="502920" cy="502920"/>
          </a:xfrm>
          <a:prstGeom prst="ellipse">
            <a:avLst/>
          </a:prstGeom>
          <a:solidFill>
            <a:srgbClr val="C75B8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8972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189720" y="21488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23774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8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8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Machine Learning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 Overview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79476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one-month internship at Codec Technologies Pvt. Ltd. provided practical exposure to Artificial Intelligence and Machine Learning through Python-based work on historical weather data. The internship followed a complete basic ML pipeline from data preparation to model evaluation.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| Internship Presentation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C75B8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Codec Technologies</a:t>
            </a:r>
            <a:endParaRPr lang="en-US" sz="22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Pvt. Ltd.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6888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 hosted the internship and provided practical exposure to Artificial Intelligence and Machine Learning through a structured internship program supervised by Dr. Anurag Shrivastava.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6177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6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846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Anurag Shrivastava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06440" y="1280160"/>
            <a:ext cx="5623560" cy="1920240"/>
          </a:xfrm>
          <a:prstGeom prst="roundRect">
            <a:avLst>
              <a:gd name="adj" fmla="val 4762"/>
            </a:avLst>
          </a:prstGeom>
          <a:solidFill>
            <a:srgbClr val="FDF1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26480" y="1508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9202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&amp; ICAC approved internship program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06440" y="3337560"/>
            <a:ext cx="5623560" cy="2057400"/>
          </a:xfrm>
          <a:prstGeom prst="roundRect">
            <a:avLst>
              <a:gd name="adj" fmla="val 4444"/>
            </a:avLst>
          </a:prstGeom>
          <a:solidFill>
            <a:srgbClr val="FDF1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26480" y="3566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Type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397764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mentor-led, structured internship combining guided orientation with a hands-on, project-based curriculum in Artificial Intelligence and Machine Learning.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| Internship Presentation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DF1F5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623060"/>
            <a:ext cx="548640" cy="548640"/>
          </a:xfrm>
          <a:prstGeom prst="ellipse">
            <a:avLst/>
          </a:prstGeom>
          <a:solidFill>
            <a:srgbClr val="C75B8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230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44752"/>
            <a:ext cx="416052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8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fundamentals of Artificial Intelligence and Machine Learning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2801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DF1F5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1623060"/>
            <a:ext cx="548640" cy="548640"/>
          </a:xfrm>
          <a:prstGeom prst="ellipse">
            <a:avLst/>
          </a:prstGeom>
          <a:solidFill>
            <a:srgbClr val="C75B8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0" y="16230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1444752"/>
            <a:ext cx="416052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8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to work with datasets using Python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DF1F5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3040380"/>
            <a:ext cx="548640" cy="548640"/>
          </a:xfrm>
          <a:prstGeom prst="ellipse">
            <a:avLst/>
          </a:prstGeom>
          <a:solidFill>
            <a:srgbClr val="C75B8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0403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2862072"/>
            <a:ext cx="416052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8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data preprocessing and exploratory data analysis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89320" y="26974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DF1F5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3040380"/>
            <a:ext cx="548640" cy="548640"/>
          </a:xfrm>
          <a:prstGeom prst="ellipse">
            <a:avLst/>
          </a:prstGeom>
          <a:solidFill>
            <a:srgbClr val="C75B8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0" y="30403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862072"/>
            <a:ext cx="416052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8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basic machine-learning algorithms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DF1F5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4457700"/>
            <a:ext cx="548640" cy="548640"/>
          </a:xfrm>
          <a:prstGeom prst="ellipse">
            <a:avLst/>
          </a:prstGeom>
          <a:solidFill>
            <a:srgbClr val="C75B8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44577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279392"/>
            <a:ext cx="416052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8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evaluate machine-learning models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989320" y="411480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DF1F5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0" y="4457700"/>
            <a:ext cx="548640" cy="548640"/>
          </a:xfrm>
          <a:prstGeom prst="ellipse">
            <a:avLst/>
          </a:prstGeom>
          <a:solidFill>
            <a:srgbClr val="C75B8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17920" y="44577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279392"/>
            <a:ext cx="416052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8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practical experience with AI/ML tools and workflows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| Internship Presentation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11247120" cy="2103120"/>
          </a:xfrm>
          <a:prstGeom prst="roundRect">
            <a:avLst>
              <a:gd name="adj" fmla="val 4348"/>
            </a:avLst>
          </a:prstGeom>
          <a:solidFill>
            <a:srgbClr val="FDF1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10515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engineering students learn AI/ML as theory but rarely apply it end-to-end on an actual dataset. Without that hands-on practice, steps like data cleaning, feature selection, model training and evaluation stay abstract rather than becoming a skill the student can actually perform.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794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C7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addressed that gap by requiring a complete, small-scale AI/ML pipeline to be built and run in Python.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| Internship Presentation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/ Work Description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followed a complete AI/ML pipeline for historical weather data, broken into the following stages: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C75B8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10312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Raw Data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069080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B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historical daily weather data for the selected city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496312" y="3246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79192" y="192024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8E3A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862072" y="210312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862072" y="2788920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Prepare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862072" y="4069080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B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or inconsistent values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718304" y="3246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01184" y="192024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C75B8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84064" y="210312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084064" y="2788920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Data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084064" y="4069080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B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patterns before modelling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940296" y="3246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123176" y="192024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8E3A5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06056" y="210312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306056" y="2788920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Model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06056" y="4069080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B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a basic ML algorithm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162288" y="3246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345168" y="192024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C75B8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528048" y="210312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528048" y="2788920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Evaluate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528048" y="4069080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B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performance on test data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| Internship Presentation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and Tools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DF1F5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508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C75B8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488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688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 for all implementation work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128016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DF1F5"/>
          </a:solidFill>
          <a:ln/>
        </p:spPr>
      </p:sp>
      <p:sp>
        <p:nvSpPr>
          <p:cNvPr id="9" name="Shape 7"/>
          <p:cNvSpPr/>
          <p:nvPr/>
        </p:nvSpPr>
        <p:spPr>
          <a:xfrm>
            <a:off x="4480560" y="1508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C75B8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8056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1488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4688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environment for writing and running code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128016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DF1F5"/>
          </a:solidFill>
          <a:ln/>
        </p:spPr>
      </p:sp>
      <p:sp>
        <p:nvSpPr>
          <p:cNvPr id="14" name="Shape 12"/>
          <p:cNvSpPr/>
          <p:nvPr/>
        </p:nvSpPr>
        <p:spPr>
          <a:xfrm>
            <a:off x="8275320" y="1508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C75B8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7532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1488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4688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computation and array handling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DF1F5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4290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C75B8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40690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3891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Loading, cleaning and manipulating tabular data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51960" y="320040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DF1F5"/>
          </a:solidFill>
          <a:ln/>
        </p:spPr>
      </p:sp>
      <p:sp>
        <p:nvSpPr>
          <p:cNvPr id="24" name="Shape 22"/>
          <p:cNvSpPr/>
          <p:nvPr/>
        </p:nvSpPr>
        <p:spPr>
          <a:xfrm>
            <a:off x="4480560" y="34290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C75B8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48056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40690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43891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and plotting results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46720" y="320040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DF1F5"/>
          </a:solidFill>
          <a:ln/>
        </p:spPr>
      </p:sp>
      <p:sp>
        <p:nvSpPr>
          <p:cNvPr id="29" name="Shape 27"/>
          <p:cNvSpPr/>
          <p:nvPr/>
        </p:nvSpPr>
        <p:spPr>
          <a:xfrm>
            <a:off x="8275320" y="34290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C75B8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7532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40690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3891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and evaluating ML algorithms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| Internship Presentation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/ Workflow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moves through cleaning and preparation, is explored to understand its structure, then used to build a model that is finally tested and evaluated.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11247120" cy="3291840"/>
          </a:xfrm>
          <a:prstGeom prst="roundRect">
            <a:avLst>
              <a:gd name="adj" fmla="val 2778"/>
            </a:avLst>
          </a:prstGeom>
          <a:solidFill>
            <a:srgbClr val="FDF1F5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324612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C75B8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324612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8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8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3246120"/>
            <a:ext cx="320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7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154680" y="324612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C75B8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54680" y="324612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8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8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3246120"/>
            <a:ext cx="320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7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212080" y="324612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C75B8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12080" y="324612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8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8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3246120"/>
            <a:ext cx="320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7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269480" y="324612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C75B8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69480" y="324612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8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8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9006840" y="3246120"/>
            <a:ext cx="320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7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326880" y="324612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C75B8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26880" y="324612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8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8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892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AI/ML pipeline followed during the internship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| Internship Presentation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783080" y="1234440"/>
            <a:ext cx="8503920" cy="0"/>
          </a:xfrm>
          <a:prstGeom prst="line">
            <a:avLst/>
          </a:prstGeom>
          <a:noFill/>
          <a:ln w="25400">
            <a:solidFill>
              <a:srgbClr val="EFC3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18488" y="1069848"/>
            <a:ext cx="329184" cy="329184"/>
          </a:xfrm>
          <a:prstGeom prst="ellipse">
            <a:avLst/>
          </a:prstGeom>
          <a:solidFill>
            <a:srgbClr val="C75B8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DF1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40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to the program; introduction to AI/ML and Python setup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53128" y="1069848"/>
            <a:ext cx="329184" cy="329184"/>
          </a:xfrm>
          <a:prstGeom prst="ellipse">
            <a:avLst/>
          </a:prstGeom>
          <a:solidFill>
            <a:srgbClr val="C75B8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55448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DF1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240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historical weather data: cleaning and visualizing the 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87768" y="1069848"/>
            <a:ext cx="329184" cy="329184"/>
          </a:xfrm>
          <a:prstGeom prst="ellipse">
            <a:avLst/>
          </a:prstGeom>
          <a:solidFill>
            <a:srgbClr val="C75B8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55448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DF1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936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240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comparing Linear Regression and Random Forest models, with initial testing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122408" y="1069848"/>
            <a:ext cx="329184" cy="329184"/>
          </a:xfrm>
          <a:prstGeom prst="ellipse">
            <a:avLst/>
          </a:prstGeom>
          <a:solidFill>
            <a:srgbClr val="C75B8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0" y="155448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DF1F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2240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prediction accuracy using MAE, RMSE and R², and preparing documentation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| Internship Presentation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/ Tasks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5B8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28016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working understanding of core AI/ML concepts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89320" y="141732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5B8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8932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28016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Python for hands-on data handling and implementation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5B8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1488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and explored historical weather data before modelling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89320" y="22860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5B8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8932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1488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and compared Linear Regression and Random Forest models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5B8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01752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and tested the models on historical weather data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31546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5B8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8932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01752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model performance and interpreted the results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5B8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38862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Visualized data and results using Matplotlib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0233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5B8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8932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38862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progress and learnings each week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| Internship Presentation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/ Outcomes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FDF1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internship, a working AI/ML pipeline for weather data analysis and next-day temperature prediction had been developed. The Random Forest model outperformed the simple linear baseline on held-out data, while seasonal trend charts and a correlation heatmap were produced.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42900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EFC3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6118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Note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319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 a learning-oriented internship. No specific numerical performance figures, proprietary datasets, or production-level results were generated, and none are claimed here.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| Internship Presentation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and Learning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Skills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035040" y="1234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Learning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764792"/>
            <a:ext cx="109728" cy="109728"/>
          </a:xfrm>
          <a:prstGeom prst="ellipse">
            <a:avLst/>
          </a:prstGeom>
          <a:solidFill>
            <a:srgbClr val="C75B8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1848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for data handling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86584"/>
            <a:ext cx="109728" cy="109728"/>
          </a:xfrm>
          <a:prstGeom prst="ellipse">
            <a:avLst/>
          </a:prstGeom>
          <a:solidFill>
            <a:srgbClr val="C75B8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2402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and exploring a dataset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008376"/>
            <a:ext cx="109728" cy="109728"/>
          </a:xfrm>
          <a:prstGeom prst="ellipse">
            <a:avLst/>
          </a:prstGeom>
          <a:solidFill>
            <a:srgbClr val="C75B8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86207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and comparing Linear Regression and Random Forest models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630168"/>
            <a:ext cx="109728" cy="109728"/>
          </a:xfrm>
          <a:prstGeom prst="ellipse">
            <a:avLst/>
          </a:prstGeom>
          <a:solidFill>
            <a:srgbClr val="C75B8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48386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testing &amp; evaluating a model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251960"/>
            <a:ext cx="109728" cy="109728"/>
          </a:xfrm>
          <a:prstGeom prst="ellipse">
            <a:avLst/>
          </a:prstGeom>
          <a:solidFill>
            <a:srgbClr val="C75B8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10565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data using Matplotlib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1764792"/>
            <a:ext cx="109728" cy="109728"/>
          </a:xfrm>
          <a:prstGeom prst="ellipse">
            <a:avLst/>
          </a:prstGeom>
          <a:solidFill>
            <a:srgbClr val="C75B8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09360" y="161848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a structured, week-by-week plan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0" y="2386584"/>
            <a:ext cx="109728" cy="109728"/>
          </a:xfrm>
          <a:prstGeom prst="ellipse">
            <a:avLst/>
          </a:prstGeom>
          <a:solidFill>
            <a:srgbClr val="C75B8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09360" y="22402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progress and outcomes clearly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35040" y="3008376"/>
            <a:ext cx="109728" cy="109728"/>
          </a:xfrm>
          <a:prstGeom prst="ellipse">
            <a:avLst/>
          </a:prstGeom>
          <a:solidFill>
            <a:srgbClr val="C75B8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09360" y="286207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tasks within a fixed timeline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35040" y="3630168"/>
            <a:ext cx="109728" cy="109728"/>
          </a:xfrm>
          <a:prstGeom prst="ellipse">
            <a:avLst/>
          </a:prstGeom>
          <a:solidFill>
            <a:srgbClr val="C75B8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09360" y="348386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and explaining technical results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| Internship Presentation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Solutions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349240" cy="3840480"/>
          </a:xfrm>
          <a:prstGeom prst="roundRect">
            <a:avLst>
              <a:gd name="adj" fmla="val 2381"/>
            </a:avLst>
          </a:prstGeom>
          <a:solidFill>
            <a:srgbClr val="FBE3E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64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historical weather data required careful handling of missing or inconsistent readings and selection of useful time-aware features.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371600"/>
            <a:ext cx="5349240" cy="3840480"/>
          </a:xfrm>
          <a:prstGeom prst="roundRect">
            <a:avLst>
              <a:gd name="adj" fmla="val 2381"/>
            </a:avLst>
          </a:prstGeom>
          <a:solidFill>
            <a:srgbClr val="FDF1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355080" y="1600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210312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preprocessing, exploratory analysis, lag/rolling features and model comparison step by step, which made the workflow clearer and improved confidence in applying AI/ML concepts.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| Internship Presentation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114800" cy="4114800"/>
          </a:xfrm>
          <a:prstGeom prst="ellipse">
            <a:avLst/>
          </a:prstGeom>
          <a:solidFill>
            <a:srgbClr val="FDF1F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one-month internship at Codec Technologies Pvt. Ltd. gave practical exposure to Artificial Intelligence and Machine Learning through a Python-based weather data project. Working from historical data through preprocessing, analysis, model training and evaluation made the concepts more concrete and practical.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0632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technical skills, the internship built useful habits like structured documentation and week-by-week planning, providing a solid foundation for continued learning in AI and Machine Learning.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| Internship Presentation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2344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 — Internship Completion Certificate, 2026.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184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61848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Software Foundation — python.org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0253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002536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Documentation — pandas.pydata.org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38658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386584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Documentation — numpy.org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7706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7706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Scikit-learn: Machine Learning in Python — scikit-learn.org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1546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1546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Documentation — matplotlib.org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10881360" cy="0"/>
          </a:xfrm>
          <a:prstGeom prst="line">
            <a:avLst/>
          </a:prstGeom>
          <a:noFill/>
          <a:ln w="12700">
            <a:solidFill>
              <a:srgbClr val="EFC3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09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Sonal  |  B.Tech CSE, 3rd Semester  |  IILM University, Greater Noida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2026-09-09T08:16:25Z</dcterms:created>
  <dcterms:modified xsi:type="dcterms:W3CDTF">2026-09-09T08:16:25Z</dcterms:modified>
</cp:coreProperties>
</file>